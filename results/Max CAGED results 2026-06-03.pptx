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6"/>
    <p:restoredTop sz="94638"/>
  </p:normalViewPr>
  <p:slideViewPr>
    <p:cSldViewPr snapToGrid="0">
      <p:cViewPr varScale="1">
        <p:scale>
          <a:sx n="128" d="100"/>
          <a:sy n="128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4F17E-C6C5-C46E-6F2F-2631B4775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F2DF8-8D45-98AE-06B8-5AC97026E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E1685-C00E-E999-049A-50558250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FA3BB-0B5C-223A-10A5-FD92AD51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41005-33C2-3BA2-8800-287B9AA2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1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3AA0-5A3A-4AAA-6733-D6701EC1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2834E-F065-A787-40A9-B9AC7E432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E2D65-C59F-E1F1-DA31-0DA96F8D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32E62-4B6A-8CED-E71B-E6093AF42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F7FB7-10B4-A2E8-6992-68AD69CB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74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CE19-B2C8-7847-334C-986427EE6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356FE-253F-2C93-FE17-7F6E0F5C2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53736-9791-ECC6-997D-25F2F565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20FBA-8543-B5D7-CC84-095575BBF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3928-CB7A-0919-4D60-AC4610EA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17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66F3C-5D08-A456-4A82-20C44629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49C3E-2373-1121-D796-1AFB19E4F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D7B88-7E93-039C-DB0D-83C0378C6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6FBEB-F6A3-F137-8D0E-548EB067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71583-47ED-380A-C79C-82EA7C4F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A59D2-B621-FC6C-6226-6D7A7878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F5FA-F5FA-8930-EF71-DA0A0144A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438AF-0407-E7AE-452D-468C92DD6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2C9DD-CA06-6A54-91C7-6C6CACA21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FE968-D05D-D808-F643-F18275B83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933BB1-AD2D-9945-D6EC-25B6DE605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1C4331-31EF-FD0A-F287-843A6DAE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9447A-D64A-ACFC-7009-B5F94B8D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A21D0-FCC2-75E1-A38F-D5F06C24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8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75AD-5C0B-4801-AF7B-67807F02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2658B-F09E-3247-7693-5C14B9662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079B0-031C-1020-F7F6-28D37A4D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DAEB7-2CD8-D247-9074-EDD1E61A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6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C9C01-8878-2D9E-4F8A-1D8F9D51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F7048-04E0-428A-18CC-911B128C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E99B-6E10-8025-9907-DD94BBFE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2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E6D6-C3C5-7E81-CDC5-C4017F1A4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F1C77-E0EA-31C2-E3AE-9F0EFF014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B779F-2CF2-E335-86E7-A2D702201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82C44-CE6E-F394-8498-38B8ECC1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EA822-19AB-387F-B611-72335DE1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65F59-58C1-480A-762F-FEA147E5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9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8572-1F4E-2CBB-F1A9-0BC07A9A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E98504-D0F0-4518-422C-2A9AE90CB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8EA55-F5AE-58FF-92C7-30B60F65A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A526D-49FF-AD54-6E1C-D4A093649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B1222-011E-708F-491E-BC7D10E8E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6BB99-FD7A-B457-B80B-EE20249C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7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76C3-EBDB-75F1-13D8-E630D406D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C57F4-15D5-94C3-5D95-72F4A8708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32ADD-0A5E-087C-7B84-34389BDB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68F1B-1F52-F7EF-C473-B36BF441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08965-14FF-80FB-D581-A0CE7B84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42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51C33-9C15-B696-CE4C-E84BE9E4E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C85D2-80CF-E455-33F0-CB2723B00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01AA7-372D-D6D3-E1F1-1372EE9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D6F16-F6D7-5BC3-C1CB-121774D6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5E6CE-CA9F-F164-AFB8-37E2E9B6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1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E9B1E-6106-5FF8-6CF2-A03D95FA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9A7CC-D584-0E13-6A46-CA0A4CED6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FF448-54FC-A2A3-B9AE-C382430F90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CFA84-C7A7-5F48-BB43-D5FE13A367C8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E6DA2-B7EF-37A6-4AE8-9B97CD58C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B7B82-DC81-2BC9-CC8E-4FDC1F5F8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4D9AF-1300-B342-81D4-DBD0BC737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7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08A1E9-9619-E8E3-FB53-499349F23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06690" cy="6103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815F82-4BA8-9A30-5D24-152C9F010EC2}"/>
              </a:ext>
            </a:extLst>
          </p:cNvPr>
          <p:cNvSpPr txBox="1"/>
          <p:nvPr/>
        </p:nvSpPr>
        <p:spPr>
          <a:xfrm>
            <a:off x="2941504" y="242372"/>
            <a:ext cx="429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0A7DC-B1F8-5A08-1C78-C1B2FB687D94}"/>
              </a:ext>
            </a:extLst>
          </p:cNvPr>
          <p:cNvSpPr txBox="1"/>
          <p:nvPr/>
        </p:nvSpPr>
        <p:spPr>
          <a:xfrm>
            <a:off x="9373518" y="242371"/>
            <a:ext cx="429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05811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F5E9A62-A196-1282-8D07-81D556B78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77" y="-1"/>
            <a:ext cx="10371072" cy="34570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0D1DD5-40A8-EC1B-284B-8F77FB0BD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69" y="3304261"/>
            <a:ext cx="10661215" cy="35537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9D2F5C-7FFE-ABD2-A689-FB850AB55E54}"/>
              </a:ext>
            </a:extLst>
          </p:cNvPr>
          <p:cNvSpPr txBox="1"/>
          <p:nvPr/>
        </p:nvSpPr>
        <p:spPr>
          <a:xfrm>
            <a:off x="6191477" y="3496018"/>
            <a:ext cx="429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00760-1FC5-B819-B01E-4AC3CE3FE1CB}"/>
              </a:ext>
            </a:extLst>
          </p:cNvPr>
          <p:cNvSpPr txBox="1"/>
          <p:nvPr/>
        </p:nvSpPr>
        <p:spPr>
          <a:xfrm>
            <a:off x="2577948" y="99153"/>
            <a:ext cx="429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19188-2766-80E6-BC1F-3814E471EDE5}"/>
              </a:ext>
            </a:extLst>
          </p:cNvPr>
          <p:cNvSpPr txBox="1"/>
          <p:nvPr/>
        </p:nvSpPr>
        <p:spPr>
          <a:xfrm>
            <a:off x="6279615" y="0"/>
            <a:ext cx="429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F7538-9564-231F-19D0-936C41A76619}"/>
              </a:ext>
            </a:extLst>
          </p:cNvPr>
          <p:cNvSpPr txBox="1"/>
          <p:nvPr/>
        </p:nvSpPr>
        <p:spPr>
          <a:xfrm>
            <a:off x="9766453" y="99152"/>
            <a:ext cx="429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AC879F-805B-D464-6D88-14B1B193362D}"/>
              </a:ext>
            </a:extLst>
          </p:cNvPr>
          <p:cNvSpPr txBox="1"/>
          <p:nvPr/>
        </p:nvSpPr>
        <p:spPr>
          <a:xfrm>
            <a:off x="2792777" y="3461134"/>
            <a:ext cx="798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7E4417-50B9-C3EC-E59D-FB84934A57EF}"/>
              </a:ext>
            </a:extLst>
          </p:cNvPr>
          <p:cNvSpPr txBox="1"/>
          <p:nvPr/>
        </p:nvSpPr>
        <p:spPr>
          <a:xfrm>
            <a:off x="9581921" y="3461133"/>
            <a:ext cx="798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NS</a:t>
            </a:r>
          </a:p>
        </p:txBody>
      </p:sp>
    </p:spTree>
    <p:extLst>
      <p:ext uri="{BB962C8B-B14F-4D97-AF65-F5344CB8AC3E}">
        <p14:creationId xmlns:p14="http://schemas.microsoft.com/office/powerpoint/2010/main" val="647890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Castorani, Max (cnc4a)</dc:creator>
  <cp:lastModifiedBy>Castorani, Max (cnc4a)</cp:lastModifiedBy>
  <cp:revision>2</cp:revision>
  <dcterms:created xsi:type="dcterms:W3CDTF">2026-06-03T23:10:33Z</dcterms:created>
  <dcterms:modified xsi:type="dcterms:W3CDTF">2026-06-03T23:41:56Z</dcterms:modified>
</cp:coreProperties>
</file>